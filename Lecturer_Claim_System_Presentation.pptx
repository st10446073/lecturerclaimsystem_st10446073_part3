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Lecturer Claim System (LCS) – Dashboard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 Part 3: Role-Based Workflow and System Overview</a:t>
            </a:r>
          </a:p>
          <a:p>
            <a:r>
              <a:t>Your Name: </a:t>
            </a:r>
            <a:r>
              <a:rPr lang="en-US"/>
              <a:t>Kwandile Mtshali</a:t>
            </a:r>
            <a:endParaRPr lang="en-US"/>
          </a:p>
          <a:p>
            <a:r>
              <a:rPr lang="en-US"/>
              <a:t>Student No: ST10446073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 &amp; User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Purpose: Facilitates a secure workflow for lecturer claims.</a:t>
            </a:r>
          </a:p>
          <a:p>
            <a:r>
              <a:t>Architecture: ASP.NET Core Identity with role separation.</a:t>
            </a:r>
          </a:p>
          <a:p>
            <a:r>
              <a:t>Roles: Lecturer, Programme Coordinator, Academic Manager, HR.</a:t>
            </a:r>
          </a:p>
          <a:p>
            <a:r>
              <a:t>Screenshot placeholder: Login Page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Functions:</a:t>
            </a:r>
          </a:p>
          <a:p>
            <a:r>
              <a:t>1. Submit Claim</a:t>
            </a:r>
          </a:p>
          <a:p>
            <a:r>
              <a:t>2. My Claims – track status</a:t>
            </a:r>
          </a:p>
          <a:p>
            <a:r>
              <a:t>Controlled by: ClaimsController.SubmitClaim(), MyClaims()</a:t>
            </a:r>
          </a:p>
          <a:p>
            <a:r>
              <a:t>Screenshot placeholder: Lecturer Home 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Coordinator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Functions:</a:t>
            </a:r>
          </a:p>
          <a:p>
            <a:r>
              <a:t>• View Pending Claims</a:t>
            </a:r>
          </a:p>
          <a:p>
            <a:r>
              <a:t>• Mark Reviewed</a:t>
            </a:r>
          </a:p>
          <a:p>
            <a:r>
              <a:t>• Reject Claim</a:t>
            </a:r>
          </a:p>
          <a:p>
            <a:r>
              <a:t>Controlled by: ReviewClaims(), MarkReviewed()</a:t>
            </a:r>
          </a:p>
          <a:p>
            <a:r>
              <a:t>Screenshot placeholder: PC Review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Manager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Functions:</a:t>
            </a:r>
          </a:p>
          <a:p>
            <a:r>
              <a:t>• View Reviewed Claims</a:t>
            </a:r>
          </a:p>
          <a:p>
            <a:r>
              <a:t>• Approve / Reject</a:t>
            </a:r>
          </a:p>
          <a:p>
            <a:r>
              <a:t>Controlled by: ManagerApproval(), ManagerApprove()</a:t>
            </a:r>
          </a:p>
          <a:p>
            <a:r>
              <a:t>Screenshot placeholder: Manager Approval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Resources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Functions:</a:t>
            </a:r>
          </a:p>
          <a:p>
            <a:r>
              <a:t>• View Manager-Approved Claims</a:t>
            </a:r>
          </a:p>
          <a:p>
            <a:r>
              <a:t>• Mark as Paid</a:t>
            </a:r>
          </a:p>
          <a:p>
            <a:r>
              <a:t>Controlled by: HRPayments(), MarkAsPaid()</a:t>
            </a:r>
          </a:p>
          <a:p>
            <a:r>
              <a:t>Screenshot placeholder: HR Payments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provides full multi-role workflow.</a:t>
            </a:r>
          </a:p>
          <a:p>
            <a:r>
              <a:t>Roles: Lecturer → PC → Manager → HR.</a:t>
            </a:r>
          </a:p>
          <a:p>
            <a:r>
              <a:t>Ready for authentication and claim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1205</Words>
  <Application>WPS Presentation</Application>
  <PresentationFormat>On-screen Show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Gear Drives</vt:lpstr>
      <vt:lpstr>Lecturer Claim System (LCS) – Dashboard Functionality</vt:lpstr>
      <vt:lpstr>System Overview &amp; User Roles</vt:lpstr>
      <vt:lpstr>Lecturer Dashboard</vt:lpstr>
      <vt:lpstr>Programme Coordinator Dashboard</vt:lpstr>
      <vt:lpstr>Academic Manager Dashboard</vt:lpstr>
      <vt:lpstr>Human Resources Dashboard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Pretty M</cp:lastModifiedBy>
  <cp:revision>2</cp:revision>
  <dcterms:created xsi:type="dcterms:W3CDTF">2013-01-27T09:14:00Z</dcterms:created>
  <dcterms:modified xsi:type="dcterms:W3CDTF">2025-11-21T21:13:28Z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97BF06A606A042549FDC10F969048C32_12</vt:lpwstr>
  </property>
  <property fmtid="{D5CDD505-2E9C-101B-9397-08002B2CF9AE}" pid="3" name="KSOProductBuildVer">
    <vt:lpwstr>2057-12.2.0.23155</vt:lpwstr>
  </property>
</Properties>
</file>